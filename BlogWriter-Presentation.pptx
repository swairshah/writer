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Writer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markdown blog with live preview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online is broken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754880" cy="82296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5720" cy="822960"/>
          </a:xfrm>
          <a:prstGeom prst="rect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platforms</a:t>
            </a:r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demand constant attention to formatting, themes, and plugins instead of actual writing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754880" cy="82296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45720" cy="822960"/>
          </a:xfrm>
          <a:prstGeom prst="rect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feedback</a:t>
            </a:r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means writers publish content without knowing if it's clear, engaging, or error-free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4754880" cy="82296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83280"/>
            <a:ext cx="45720" cy="822960"/>
          </a:xfrm>
          <a:prstGeom prst="rect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deployment</a:t>
            </a:r>
            <a:pPr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creates friction between finishing a post and sharing it with the world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645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66928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bloggers cite tool complexity as a barrier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3108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2.5x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566928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to publish vs. write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Write. Preview. Deploy.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600200" y="1645920"/>
            <a:ext cx="822960" cy="822960"/>
          </a:xfrm>
          <a:prstGeom prst="ellipse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1737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Native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 the format developers love. No WYSIWYG bloat.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822960" cy="822960"/>
          </a:xfrm>
          <a:prstGeom prst="ellipse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737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6616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what readers will see, updated in real-time.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1645920"/>
            <a:ext cx="822960" cy="822960"/>
          </a:xfrm>
          <a:prstGeom prst="ellipse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737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edge deployment. Global CDN, instant loads.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14900"/>
            <a:ext cx="9144000" cy="54864"/>
          </a:xfrm>
          <a:prstGeom prst="rect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Writing Critique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feedback as you type, powered by LLMs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14800" cy="3108960"/>
          </a:xfrm>
          <a:prstGeom prst="rect">
            <a:avLst/>
          </a:prstGeom>
          <a:solidFill>
            <a:srgbClr val="2D2A26"/>
          </a:solidFill>
          <a:ln w="12700">
            <a:solidFill>
              <a:srgbClr val="2D2A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8308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783080"/>
            <a:ext cx="109728" cy="109728"/>
          </a:xfrm>
          <a:prstGeom prst="ellipse">
            <a:avLst/>
          </a:prstGeom>
          <a:solidFill>
            <a:srgbClr val="27CA40"/>
          </a:solidFill>
          <a:ln w="12700">
            <a:solidFill>
              <a:srgbClr val="27C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Blog Post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quick brown fox jumps over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lazy dog|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749040" cy="868680"/>
          </a:xfrm>
          <a:prstGeom prst="rect">
            <a:avLst/>
          </a:prstGeom>
          <a:solidFill>
            <a:srgbClr val="3D2A3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08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4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adding more descriptive language. Try: "The swift auburn fox leaps gracefully..."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3931920" cy="86868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828800"/>
            <a:ext cx="411480" cy="411480"/>
          </a:xfrm>
          <a:prstGeom prst="ellipse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1764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&amp; Style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errors and improve clarity instantly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06040"/>
            <a:ext cx="3931920" cy="86868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2834640"/>
            <a:ext cx="411480" cy="411480"/>
          </a:xfrm>
          <a:prstGeom prst="ellipse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770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Analysis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your voice matches your audience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11880"/>
            <a:ext cx="3931920" cy="86868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840480"/>
            <a:ext cx="411480" cy="411480"/>
          </a:xfrm>
          <a:prstGeom prst="ellipse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 Score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content accessible and engaging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Future of Writing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45720"/>
          </a:xfrm>
          <a:prstGeom prst="rect">
            <a:avLst/>
          </a:prstGeom>
          <a:solidFill>
            <a:srgbClr val="D4CFC6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560320" cy="45720"/>
          </a:xfrm>
          <a:prstGeom prst="rect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19072"/>
            <a:ext cx="182880" cy="182880"/>
          </a:xfrm>
          <a:prstGeom prst="ellipse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2468880" cy="210312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Markdown editor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Cloudflare deploy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719072"/>
            <a:ext cx="182880" cy="182880"/>
          </a:xfrm>
          <a:prstGeom prst="ellipse">
            <a:avLst/>
          </a:prstGeom>
          <a:solidFill>
            <a:srgbClr val="D4CFC6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2331720"/>
            <a:ext cx="2468880" cy="210312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writing critique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Grammar suggestions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566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Tone analysis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719072"/>
            <a:ext cx="182880" cy="182880"/>
          </a:xfrm>
          <a:prstGeom prst="ellipse">
            <a:avLst/>
          </a:prstGeom>
          <a:solidFill>
            <a:srgbClr val="D4CFC6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331720"/>
            <a:ext cx="2468880" cy="2103120"/>
          </a:xfrm>
          <a:prstGeom prst="rect">
            <a:avLst/>
          </a:prstGeom>
          <a:solidFill>
            <a:srgbClr val="F0EBE4"/>
          </a:solidFill>
          <a:ln w="12700">
            <a:solidFill>
              <a:srgbClr val="F0EB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Monetize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2834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 tier launch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collaboration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566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domains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315200" y="0"/>
            <a:ext cx="1828800" cy="1828800"/>
          </a:xfrm>
          <a:prstGeom prst="rtTriangle">
            <a:avLst/>
          </a:prstGeom>
          <a:solidFill>
            <a:srgbClr val="6D1F33"/>
          </a:solidFill>
          <a:ln w="12700">
            <a:solidFill>
              <a:srgbClr val="6D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Future of Writing Together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tools. Powerful AI. Beautiful blogs.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657600"/>
            <a:ext cx="2743200" cy="548640"/>
          </a:xfrm>
          <a:prstGeom prst="roundRect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swairshah@gmail.com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14900"/>
            <a:ext cx="9144000" cy="54864"/>
          </a:xfrm>
          <a:prstGeom prst="rect">
            <a:avLst/>
          </a:prstGeom>
          <a:solidFill>
            <a:srgbClr val="8B2942"/>
          </a:solidFill>
          <a:ln w="12700">
            <a:solidFill>
              <a:srgbClr val="8B294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Blog Writer - Investor Presentation</dc:title>
  <dc:subject>PptxGenJS Presentation</dc:subject>
  <dc:creator>Swair Shah</dc:creator>
  <cp:lastModifiedBy>Swair Shah</cp:lastModifiedBy>
  <cp:revision>1</cp:revision>
  <dcterms:created xsi:type="dcterms:W3CDTF">2026-01-17T18:11:13Z</dcterms:created>
  <dcterms:modified xsi:type="dcterms:W3CDTF">2026-01-17T18:11:13Z</dcterms:modified>
</cp:coreProperties>
</file>